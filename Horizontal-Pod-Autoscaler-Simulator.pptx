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</p:embeddedFont>
    <p:embeddedFont>
      <p:font typeface="Roboto Slab" panose="020F0502020204030204" pitchFamily="2" charset="0"/>
      <p:regular r:id="rId14"/>
    </p:embeddedFont>
    <p:embeddedFont>
      <p:font typeface="Roboto Slab Light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005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2077879"/>
            <a:ext cx="852439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Horizontal Pod Autoscaler Simulator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89" y="2995613"/>
            <a:ext cx="10407611" cy="64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DevOps project demonstrating how modern cloud systems automatically scale applications based on workload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simplified visualization</a:t>
            </a:r>
            <a:endParaRPr lang="en-US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04106D-274F-69A2-6274-5AEA0A76CB1B}"/>
              </a:ext>
            </a:extLst>
          </p:cNvPr>
          <p:cNvSpPr/>
          <p:nvPr/>
        </p:nvSpPr>
        <p:spPr>
          <a:xfrm>
            <a:off x="12668250" y="7658100"/>
            <a:ext cx="1962150" cy="571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6B2E8-8655-51CE-506F-734D70CBC5B9}"/>
              </a:ext>
            </a:extLst>
          </p:cNvPr>
          <p:cNvSpPr txBox="1"/>
          <p:nvPr/>
        </p:nvSpPr>
        <p:spPr>
          <a:xfrm>
            <a:off x="793789" y="4237940"/>
            <a:ext cx="5597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By-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Anureet Kaur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23FE10CSE00304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E04B96-BFD6-06DD-0C14-69E948B0A572}"/>
              </a:ext>
            </a:extLst>
          </p:cNvPr>
          <p:cNvSpPr txBox="1"/>
          <p:nvPr/>
        </p:nvSpPr>
        <p:spPr>
          <a:xfrm>
            <a:off x="6696075" y="4285565"/>
            <a:ext cx="5597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To-</a:t>
            </a:r>
          </a:p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Dr. Dibakar Sinha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9512"/>
            <a:ext cx="827293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Horizontal Pod Autoscaler?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05839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real-world environments, Kubernetes uses the Horizontal Pod Autoscaler (HPA) to monitor CPU usage of application pods and dynamically adjust the number of running instances. This project replicates that behavior in a simplified and visual way using a frontend dashboard and Docker-based backend.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672132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main idea is to simulate how systems handle varying traffic without requiring a full Kubernetes setup. Instead of setting up heavy infrastructure, this project focuses on implementing the core autoscaling logic and visualizing it clearly.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874" y="2950488"/>
            <a:ext cx="6279356" cy="32462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2748A73-BFB6-824C-0B6A-452F4E621E55}"/>
              </a:ext>
            </a:extLst>
          </p:cNvPr>
          <p:cNvSpPr/>
          <p:nvPr/>
        </p:nvSpPr>
        <p:spPr>
          <a:xfrm>
            <a:off x="12668250" y="7658100"/>
            <a:ext cx="1962150" cy="571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165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2938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divided into two main parts that work together to simulate autoscaling behavior.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270171"/>
            <a:ext cx="6422231" cy="3147655"/>
          </a:xfrm>
          <a:prstGeom prst="roundRect">
            <a:avLst>
              <a:gd name="adj" fmla="val 94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3468529"/>
            <a:ext cx="595313" cy="59531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5859" y="3632121"/>
            <a:ext cx="267891" cy="2678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148" y="42621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 Dashboard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92148" y="469142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using HTML, CSS, and JavaScript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92148" y="5128022"/>
            <a:ext cx="6025515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CPU usage slider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traffic mode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visualization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7414379" y="3270171"/>
            <a:ext cx="6422231" cy="3147655"/>
          </a:xfrm>
          <a:prstGeom prst="roundRect">
            <a:avLst>
              <a:gd name="adj" fmla="val 94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737" y="3468529"/>
            <a:ext cx="595313" cy="595313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6448" y="3632121"/>
            <a:ext cx="267891" cy="2678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12737" y="42621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Engine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7612737" y="4691420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using Node.js and Express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612737" y="5128022"/>
            <a:ext cx="6025515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scaling requests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Docker commands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containers</a:t>
            </a:r>
            <a:endParaRPr lang="en-US" sz="15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2AB4E4-4C78-68F9-43AA-53F6E9B76886}"/>
              </a:ext>
            </a:extLst>
          </p:cNvPr>
          <p:cNvSpPr/>
          <p:nvPr/>
        </p:nvSpPr>
        <p:spPr>
          <a:xfrm>
            <a:off x="12668250" y="7658100"/>
            <a:ext cx="1962150" cy="571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999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Core Formula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8690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uses a formula inspired by Kubernetes HPA to calculate the desired number of pods: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455551"/>
            <a:ext cx="13042821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55551"/>
            <a:ext cx="13042821" cy="6053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3790" y="4311968"/>
            <a:ext cx="4215289" cy="1189196"/>
          </a:xfrm>
          <a:prstGeom prst="roundRect">
            <a:avLst>
              <a:gd name="adj" fmla="val 2503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015008" y="45331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 CPU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4962406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around 50% as the ideal usage level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4311968"/>
            <a:ext cx="4215408" cy="1189196"/>
          </a:xfrm>
          <a:prstGeom prst="roundRect">
            <a:avLst>
              <a:gd name="adj" fmla="val 2503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28655" y="45331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CPU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5428655" y="4962406"/>
            <a:ext cx="37729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CPU usage measurement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621203" y="4311968"/>
            <a:ext cx="4215289" cy="1189196"/>
          </a:xfrm>
          <a:prstGeom prst="roundRect">
            <a:avLst>
              <a:gd name="adj" fmla="val 2503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842421" y="45331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Scaling Effect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842421" y="4962406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Pods increase or decrease proportionally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93790" y="572440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CPU usage increases, the number of required pods increases proportionally. If CPU usage decreases, the system reduces the number of pods accordingly.</a:t>
            </a:r>
            <a:endParaRPr lang="en-US" sz="15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B088DC-59F4-8350-0469-F768C1ADAE8F}"/>
              </a:ext>
            </a:extLst>
          </p:cNvPr>
          <p:cNvSpPr/>
          <p:nvPr/>
        </p:nvSpPr>
        <p:spPr>
          <a:xfrm>
            <a:off x="12668250" y="7658100"/>
            <a:ext cx="1962150" cy="571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5169"/>
            <a:ext cx="648271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Stability Range Mechanism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51497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make the system stable and avoid unnecessary scaling, a stability range is defined between 30% and 70% CPU usage. When the CPU lies within this range, no scaling is performed.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582710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prevents frequent scaling operations and mimics real-world system stability mechanisms. The system only takes action when CPU usage goes outside this safe zone, ensuring smooth and efficient operation.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917543" y="2451497"/>
            <a:ext cx="492656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937165"/>
            <a:ext cx="4347567" cy="7937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59293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Below 30%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2148" y="6358533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scales down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4937165"/>
            <a:ext cx="4347567" cy="793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9715" y="59293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30-70%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339715" y="6358533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action taken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4937165"/>
            <a:ext cx="4347567" cy="7937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87282" y="59293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Above 70%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9687282" y="6358533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scales up</a:t>
            </a:r>
            <a:endParaRPr lang="en-US" sz="15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282A34-68EA-15BB-259B-E1EDF44264D8}"/>
              </a:ext>
            </a:extLst>
          </p:cNvPr>
          <p:cNvSpPr/>
          <p:nvPr/>
        </p:nvSpPr>
        <p:spPr>
          <a:xfrm>
            <a:off x="12668250" y="7658100"/>
            <a:ext cx="1962150" cy="571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59163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 Traffic Mode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509367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important feature of the project is the Auto Traffic Mode, which simulates real-world fluctuating workloads. Instead of manually adjusting the CPU slider, this mode generates random CPU values at regular intervals, allowing the system to demonstrate dynamic scaling behavior automatically.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00276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feature creates realistic scenarios where the system must continuously adapt to changing conditions, just like in production environments.</a:t>
            </a:r>
            <a:endParaRPr lang="en-US" sz="15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DD381F-1004-6FC2-5745-19DA4DF235F8}"/>
              </a:ext>
            </a:extLst>
          </p:cNvPr>
          <p:cNvSpPr/>
          <p:nvPr/>
        </p:nvSpPr>
        <p:spPr>
          <a:xfrm>
            <a:off x="12668250" y="7658100"/>
            <a:ext cx="1962150" cy="571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31733"/>
            <a:ext cx="721018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 Dashboard Components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448645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1927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Pod Representations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4622006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containers showing active pods in the system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3986" y="3448645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3986" y="41927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Scaling Logs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223986" y="4622006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record of all scaling operations and decisions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4302" y="3448645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4302" y="41927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Usage Charts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54302" y="4622006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Graphs displaying CPU usage and pod count over time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3790" y="548032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components help users understand how the system responds to changes in load through clear, interactive visualization.</a:t>
            </a:r>
            <a:endParaRPr lang="en-US" sz="15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8FF311-65E7-E3BF-7DAA-AA10A02CE846}"/>
              </a:ext>
            </a:extLst>
          </p:cNvPr>
          <p:cNvSpPr/>
          <p:nvPr/>
        </p:nvSpPr>
        <p:spPr>
          <a:xfrm>
            <a:off x="12668250" y="7658100"/>
            <a:ext cx="1962150" cy="571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9724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614976"/>
            <a:ext cx="4215289" cy="1917383"/>
          </a:xfrm>
          <a:prstGeom prst="roundRect">
            <a:avLst>
              <a:gd name="adj" fmla="val 155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92148" y="38133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Frontend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2148" y="4242554"/>
            <a:ext cx="3818573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JavaScript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614976"/>
            <a:ext cx="4215408" cy="1917383"/>
          </a:xfrm>
          <a:prstGeom prst="roundRect">
            <a:avLst>
              <a:gd name="adj" fmla="val 155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05795" y="38133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05795" y="4242554"/>
            <a:ext cx="3818692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API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614976"/>
            <a:ext cx="4215289" cy="1917383"/>
          </a:xfrm>
          <a:prstGeom prst="roundRect">
            <a:avLst>
              <a:gd name="adj" fmla="val 155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19561" y="381333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Container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19561" y="4242554"/>
            <a:ext cx="3818573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 management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scaling</a:t>
            </a:r>
            <a:endParaRPr lang="en-US" sz="15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2021F3-2A6A-C8A0-CFD4-9DC566AE6EF7}"/>
              </a:ext>
            </a:extLst>
          </p:cNvPr>
          <p:cNvSpPr/>
          <p:nvPr/>
        </p:nvSpPr>
        <p:spPr>
          <a:xfrm>
            <a:off x="12668250" y="7658100"/>
            <a:ext cx="1962150" cy="571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78060"/>
            <a:ext cx="695967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Decisions &amp; Trade-offs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694152"/>
            <a:ext cx="41487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Docker Instead of Kubernetes?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4202668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Running Kubernetes locally requires high CPU, memory, and disk resources, and can lead to system instability. By using Docker, the project achieves a lightweight and reliable way to demonstrate autoscaling while still maintaining real container behavior.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4874" y="36941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Limitations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564874" y="4202668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not use real container-level metrics like Kubernetes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locally to allow Docker access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Simplified CPU simulation</a:t>
            </a:r>
            <a:endParaRPr lang="en-US" sz="15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E033FC-6F8C-0544-858B-4305AB5A6929}"/>
              </a:ext>
            </a:extLst>
          </p:cNvPr>
          <p:cNvSpPr/>
          <p:nvPr/>
        </p:nvSpPr>
        <p:spPr>
          <a:xfrm>
            <a:off x="12668250" y="7658100"/>
            <a:ext cx="1962150" cy="571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007" y="2932867"/>
            <a:ext cx="4990386" cy="23638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31827"/>
            <a:ext cx="746140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Extensions &amp; Conclusion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1495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63885"/>
            <a:ext cx="3679031" cy="228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3608784"/>
            <a:ext cx="30143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Deploy to Cloud Platforms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93790" y="4038005"/>
            <a:ext cx="36790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on AWS, Azure, or GCP infrastructure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671179" y="31495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179" y="3463885"/>
            <a:ext cx="3679031" cy="228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71179" y="3608784"/>
            <a:ext cx="35335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Connect to Kubernetes Cluster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4671179" y="4038005"/>
            <a:ext cx="36790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production-level simulation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3790" y="4727615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bridges the gap between theoretical concepts of autoscaling and practical implementation. It provides a clear and interactive way to understand how modern systems automatically scale to handle varying workloads efficiently, making complex DevOps concepts accessible to learners and practitioners.</a:t>
            </a:r>
            <a:endParaRPr lang="en-US" sz="15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8740F5-F645-0268-E0D9-E7DCB48C7FF1}"/>
              </a:ext>
            </a:extLst>
          </p:cNvPr>
          <p:cNvSpPr/>
          <p:nvPr/>
        </p:nvSpPr>
        <p:spPr>
          <a:xfrm>
            <a:off x="12668250" y="7658100"/>
            <a:ext cx="1962150" cy="571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630</Words>
  <Application>Microsoft Office PowerPoint</Application>
  <PresentationFormat>Custom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 Slab</vt:lpstr>
      <vt:lpstr>Roboto</vt:lpstr>
      <vt:lpstr>Roboto Slab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[BTECH-005-2023-24] ANUREET KAUR</cp:lastModifiedBy>
  <cp:revision>2</cp:revision>
  <dcterms:created xsi:type="dcterms:W3CDTF">2026-03-24T19:24:12Z</dcterms:created>
  <dcterms:modified xsi:type="dcterms:W3CDTF">2026-03-24T19:29:28Z</dcterms:modified>
</cp:coreProperties>
</file>